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519" y="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a462a62b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a462a62b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a462a62b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a462a62b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a462a62b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a462a62ba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a694d3b5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a694d3b5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a694d3b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a694d3b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49083" y="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CS 125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Hangman Project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49075" y="21754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By Cole Boehlert and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Stanley Drapesa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979350" y="3244600"/>
            <a:ext cx="7506000" cy="17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 C program that takes words and checks with a file to make sure its the correct word.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Problem statement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The program is a game of Hangman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Input: words or letters 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Output: words and pictures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					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					  Example: 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3" name="Google Shape;63;p14" title="Screenshot 2026-03-24 0940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1" y="2436221"/>
            <a:ext cx="1920240" cy="2576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text-based word puzzle game interface displaying the user's progress and incorrect guesses.&#10;&#10;AI-generated content may be incorrect.">
            <a:extLst>
              <a:ext uri="{FF2B5EF4-FFF2-40B4-BE49-F238E27FC236}">
                <a16:creationId xmlns:a16="http://schemas.microsoft.com/office/drawing/2014/main" id="{C6D15C0D-1EA1-3BEF-878B-275A531A1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522" y="1085991"/>
            <a:ext cx="2644039" cy="34828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How it works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Selects word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Prints message and picture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User makes guess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Program checks guess with word and lets user know if it's right or wrong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Program shows picture to confirm if guess was right or wrong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Program repeats until win or lose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Data types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Char was the most used data type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Int was the second most used data type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We did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use three </a:t>
            </a: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pointers, those being *word_bank and *random_word, and *word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Key code structures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wordCheck.c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" name="Picture 2" descr="The image shows a snippet of C code, which appears to be a part of a program that randomly selects a word from an array, and then masks it with underscores.&#10;&#10;AI-generated content may be incorrect.">
            <a:extLst>
              <a:ext uri="{FF2B5EF4-FFF2-40B4-BE49-F238E27FC236}">
                <a16:creationId xmlns:a16="http://schemas.microsoft.com/office/drawing/2014/main" id="{EEE7F88D-9BF8-5A47-9D41-901DF5162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92" y="3073280"/>
            <a:ext cx="3876947" cy="1939994"/>
          </a:xfrm>
          <a:prstGeom prst="rect">
            <a:avLst/>
          </a:prstGeom>
        </p:spPr>
      </p:pic>
      <p:pic>
        <p:nvPicPr>
          <p:cNvPr id="6" name="Picture 5" descr="The image depicts a snippet of a C programming language function, which appears to be related to a word guessing game, with functions for checking guesses against a word and revealing letters.">
            <a:extLst>
              <a:ext uri="{FF2B5EF4-FFF2-40B4-BE49-F238E27FC236}">
                <a16:creationId xmlns:a16="http://schemas.microsoft.com/office/drawing/2014/main" id="{AA521410-9CD5-80B0-17D2-6D303260A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208" y="528905"/>
            <a:ext cx="4785100" cy="24359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59644-2231-9179-54E2-0C8949FA0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0AFAC-36A8-BEE7-14C8-2F60FB737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had a lot of compiler problems and bugs in the code</a:t>
            </a:r>
          </a:p>
          <a:p>
            <a:endParaRPr lang="en-US" dirty="0"/>
          </a:p>
          <a:p>
            <a:r>
              <a:rPr lang="en-US" dirty="0"/>
              <a:t>It taught us to never give up and always keep trying new things, even if it might not be the answer</a:t>
            </a:r>
          </a:p>
        </p:txBody>
      </p:sp>
    </p:spTree>
    <p:extLst>
      <p:ext uri="{BB962C8B-B14F-4D97-AF65-F5344CB8AC3E}">
        <p14:creationId xmlns:p14="http://schemas.microsoft.com/office/powerpoint/2010/main" val="1976407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/>
          <p:nvPr/>
        </p:nvSpPr>
        <p:spPr>
          <a:xfrm>
            <a:off x="3080125" y="1928825"/>
            <a:ext cx="2011200" cy="904500"/>
          </a:xfrm>
          <a:prstGeom prst="mathMinus">
            <a:avLst>
              <a:gd name="adj1" fmla="val 2352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3438950" y="2160450"/>
            <a:ext cx="1443000" cy="1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Run the code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3809075" y="4525900"/>
            <a:ext cx="2242800" cy="904500"/>
          </a:xfrm>
          <a:prstGeom prst="mathMinus">
            <a:avLst>
              <a:gd name="adj1" fmla="val 2352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3999675" y="4792125"/>
            <a:ext cx="1801800" cy="1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codeeeeeeeeeeeee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Office PowerPoint</Application>
  <PresentationFormat>On-screen Show (16:9)</PresentationFormat>
  <Paragraphs>32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Simple Light</vt:lpstr>
      <vt:lpstr>CS 125  Hangman Project</vt:lpstr>
      <vt:lpstr>Problem statement</vt:lpstr>
      <vt:lpstr>How it works</vt:lpstr>
      <vt:lpstr>Data types</vt:lpstr>
      <vt:lpstr>Key code structures</vt:lpstr>
      <vt:lpstr>Takeaways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Drapesa III, Stanley</cp:lastModifiedBy>
  <cp:revision>1</cp:revision>
  <dcterms:modified xsi:type="dcterms:W3CDTF">2026-03-30T21:58:12Z</dcterms:modified>
</cp:coreProperties>
</file>