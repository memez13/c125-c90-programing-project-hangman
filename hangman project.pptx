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462a62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462a62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462a62b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462a62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462a62b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462a62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694d3b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a694d3b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694d3b5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a694d3b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694d3b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694d3b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9083" y="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CS 125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Hangman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Project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9075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 Cole Boehlert and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Stanley Drapesa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979350" y="3244600"/>
            <a:ext cx="7506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 C program that takes words and checks with a file to </a:t>
            </a: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make</a:t>
            </a: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sure its the correct word.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Problem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statement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The program is a game of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Hangman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Input: words or letters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Output: words and pictures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Example: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3" name="Google Shape;63;p14" title="Screenshot 2026-03-24 0940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894" y="0"/>
            <a:ext cx="24291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How it works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Selects word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Prints message and picture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User makes guess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checks guess with word and lets user know if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it's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shows picture to confirm if guess was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repeats until win or lose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Data types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Char was the most used data type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was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second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most used data type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We did use two pointers, those being *word_bank and *random_word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Key code structures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wordLength()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nt main()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" name="Google Shape;82;p17" title="Screenshot 2026-03-25 1507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875" y="1017725"/>
            <a:ext cx="4851130" cy="197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3-25 1508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1801" y="1552550"/>
            <a:ext cx="1525100" cy="35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Memory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used in the project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Filler for now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3080125" y="1928825"/>
            <a:ext cx="2011200" cy="9045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438950" y="2160450"/>
            <a:ext cx="14430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Run the code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809075" y="4525900"/>
            <a:ext cx="2242800" cy="9045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999675" y="4792125"/>
            <a:ext cx="1801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codeeeeeeeeeeeee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